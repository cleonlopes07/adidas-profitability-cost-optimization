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Adidas US Profitability &amp; Cost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Analytics Case Study</a:t>
            </a:r>
          </a:p>
          <a:p>
            <a:r>
              <a:t>Prepared by: Cleon Lopes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Profitability varies widely across products, retailers, and regions</a:t>
            </a:r>
          </a:p>
          <a:p>
            <a:pPr>
              <a:defRPr sz="2400"/>
            </a:pPr>
            <a:r>
              <a:t>Revenue alone is a misleading performance indicator</a:t>
            </a:r>
          </a:p>
          <a:p>
            <a:pPr>
              <a:defRPr sz="2400"/>
            </a:pPr>
            <a:r>
              <a:t>Pricing and cost optimization can materially improve margins</a:t>
            </a:r>
          </a:p>
          <a:p>
            <a:pPr>
              <a:defRPr sz="2400"/>
            </a:pPr>
            <a:r>
              <a:t>Power BI dashboard enables scalable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High sales volume but inconsistent profit performance</a:t>
            </a:r>
          </a:p>
          <a:p>
            <a:pPr>
              <a:defRPr sz="2400"/>
            </a:pPr>
            <a:r>
              <a:t>Complex cost structures reduce visibility into true margins</a:t>
            </a:r>
          </a:p>
          <a:p>
            <a:pPr>
              <a:defRPr sz="2400"/>
            </a:pPr>
            <a:r>
              <a:t>Decision-makers lack clarity on the key profit drivers</a:t>
            </a:r>
          </a:p>
          <a:p>
            <a:pPr>
              <a:defRPr sz="2400"/>
            </a:pPr>
            <a:r>
              <a:t>Need a data-driven profitability framework to support strategic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Dataset: Adidas US Sales (Retailer, Product, Region, Channel)</a:t>
            </a:r>
          </a:p>
          <a:p>
            <a:pPr>
              <a:defRPr sz="2400"/>
            </a:pPr>
            <a:r>
              <a:t>Excel-based KPI modeling and profitability calculations</a:t>
            </a:r>
          </a:p>
          <a:p>
            <a:pPr>
              <a:defRPr sz="2400"/>
            </a:pPr>
            <a:r>
              <a:t>Power BI dashboard development with DAX measures</a:t>
            </a:r>
          </a:p>
          <a:p>
            <a:pPr>
              <a:defRPr sz="2400"/>
            </a:pPr>
            <a:r>
              <a:t>Scenario simulation for pricing and cost allocation analysis</a:t>
            </a:r>
          </a:p>
          <a:p>
            <a:pPr>
              <a:defRPr sz="2400"/>
            </a:pPr>
            <a:r>
              <a:t>Pareto analysis to identify high-impact products/partners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Performance Snapshot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6F924-5596-92B7-C31E-0F33B5A9A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1337188"/>
            <a:ext cx="762575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Retailer Profitability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High revenue does not always translate to high profitability</a:t>
            </a:r>
          </a:p>
          <a:p>
            <a:pPr>
              <a:defRPr sz="2400"/>
            </a:pPr>
            <a:r>
              <a:t>Identified underperforming retailers with high cost-to-serve</a:t>
            </a:r>
          </a:p>
          <a:p>
            <a:pPr>
              <a:defRPr sz="2400"/>
            </a:pPr>
            <a:r>
              <a:t>Opportunity to renegotiate, optimize pricing, or rationalize partners</a:t>
            </a:r>
          </a:p>
          <a:p>
            <a:pPr>
              <a:defRPr sz="2400"/>
            </a:pPr>
            <a:r>
              <a:t>Retailer segmentation highlights strategic focus areas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Product &amp; Category Profitability (Pareto)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80/20 effect observed: a small number of products generate majority of profit</a:t>
            </a:r>
          </a:p>
          <a:p>
            <a:pPr>
              <a:defRPr sz="2400"/>
            </a:pPr>
            <a:r>
              <a:t>Long-tail SKUs contribute low margin and increase operational complexity</a:t>
            </a:r>
          </a:p>
          <a:p>
            <a:pPr>
              <a:defRPr sz="2400"/>
            </a:pPr>
            <a:r>
              <a:t>Category-level analysis highlights best and worst performers</a:t>
            </a:r>
          </a:p>
          <a:p>
            <a:pPr>
              <a:defRPr sz="2400"/>
            </a:pPr>
            <a:r>
              <a:t>Supports SKU rationalization and portfolio optimization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Simulated price change impact on demand and profit</a:t>
            </a:r>
          </a:p>
          <a:p>
            <a:pPr>
              <a:defRPr sz="2400"/>
            </a:pPr>
            <a:r>
              <a:t>Elastic products: profit drops if price increases aggressively</a:t>
            </a:r>
          </a:p>
          <a:p>
            <a:pPr>
              <a:defRPr sz="2400"/>
            </a:pPr>
            <a:r>
              <a:t>Inelastic products: profit increases with moderate price increases</a:t>
            </a:r>
          </a:p>
          <a:p>
            <a:pPr>
              <a:defRPr sz="2400"/>
            </a:pPr>
            <a:r>
              <a:t>What-if model supports data-driven pricing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Allocation &amp;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Allocated logistics, marketing, store operations, and online fees</a:t>
            </a:r>
          </a:p>
          <a:p>
            <a:pPr>
              <a:defRPr sz="2400"/>
            </a:pPr>
            <a:r>
              <a:t>Identified cost categories with highest margin erosion impact</a:t>
            </a:r>
          </a:p>
          <a:p>
            <a:pPr>
              <a:defRPr sz="2400"/>
            </a:pPr>
            <a:r>
              <a:t>Scenario comparison reveals best mix of cost control + growth strategy</a:t>
            </a:r>
          </a:p>
          <a:p>
            <a:pPr>
              <a:defRPr sz="2400"/>
            </a:pPr>
            <a:r>
              <a:t>Supports operational cost optimization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Significant profit variation across US states and regions</a:t>
            </a:r>
          </a:p>
          <a:p>
            <a:pPr>
              <a:defRPr sz="2400"/>
            </a:pPr>
            <a:r>
              <a:t>Identified high-margin regions for focused investment</a:t>
            </a:r>
          </a:p>
          <a:p>
            <a:pPr>
              <a:defRPr sz="2400"/>
            </a:pPr>
            <a:r>
              <a:t>Detected low-margin regions requiring cost or pricing intervention</a:t>
            </a:r>
          </a:p>
          <a:p>
            <a:pPr>
              <a:defRPr sz="2400"/>
            </a:pPr>
            <a:r>
              <a:t>Regional strategy supports expansion prioritization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Implement pricing optimization by product elasticity</a:t>
            </a:r>
          </a:p>
          <a:p>
            <a:pPr>
              <a:defRPr sz="2400"/>
            </a:pPr>
            <a:r>
              <a:t>Rationalize or renegotiate underperforming retailer partnerships</a:t>
            </a:r>
          </a:p>
          <a:p>
            <a:pPr>
              <a:defRPr sz="2400"/>
            </a:pPr>
            <a:r>
              <a:t>Strengthen cost controls in logistics and marketing spend</a:t>
            </a:r>
          </a:p>
          <a:p>
            <a:pPr>
              <a:defRPr sz="2400"/>
            </a:pPr>
            <a:r>
              <a:t>Prioritize investment in high-margin regions and channels</a:t>
            </a:r>
          </a:p>
          <a:p>
            <a:pPr>
              <a:defRPr sz="2400"/>
            </a:pPr>
            <a:r>
              <a:t>Reduce long-tail SKU complexity and improve portfolio focus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Improved transparency into profit drivers beyond revenue metrics</a:t>
            </a:r>
          </a:p>
          <a:p>
            <a:pPr>
              <a:defRPr sz="2400"/>
            </a:pPr>
            <a:r>
              <a:t>Actionable insights to support strategic decision-making</a:t>
            </a:r>
          </a:p>
          <a:p>
            <a:pPr>
              <a:defRPr sz="2400"/>
            </a:pPr>
            <a:r>
              <a:t>Scalable analytics framework reusable across future datasets</a:t>
            </a:r>
          </a:p>
          <a:p>
            <a:pPr>
              <a:defRPr sz="2400"/>
            </a:pPr>
            <a:r>
              <a:t>Dashboard enables leadership-level monitoring of profitability KPIs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Questions?</a:t>
            </a:r>
          </a:p>
          <a:p>
            <a:pPr>
              <a:defRPr sz="2400"/>
            </a:pPr>
            <a:r>
              <a:rPr dirty="0"/>
              <a:t>Contact: </a:t>
            </a:r>
            <a:r>
              <a:rPr lang="en-IN" dirty="0"/>
              <a:t>lopescleon07@gmail.com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388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Adidas US Profitability &amp; Cost Optimization</vt:lpstr>
      <vt:lpstr>Executive Summary</vt:lpstr>
      <vt:lpstr>Business Problem</vt:lpstr>
      <vt:lpstr>Data &amp; Methodology</vt:lpstr>
      <vt:lpstr>Overall Performance Snapshot</vt:lpstr>
      <vt:lpstr>Retailer Profitability Analysis</vt:lpstr>
      <vt:lpstr>Product &amp; Category Profitability (Pareto)</vt:lpstr>
      <vt:lpstr>Pricing Simulation</vt:lpstr>
      <vt:lpstr>Cost Allocation &amp; Scenarios</vt:lpstr>
      <vt:lpstr>Regional Performance</vt:lpstr>
      <vt:lpstr>Strategic Recommendations</vt:lpstr>
      <vt:lpstr>Business Impact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Cleon Lopes</cp:lastModifiedBy>
  <cp:revision>2</cp:revision>
  <dcterms:created xsi:type="dcterms:W3CDTF">2013-01-27T09:14:16Z</dcterms:created>
  <dcterms:modified xsi:type="dcterms:W3CDTF">2026-02-10T18:15:17Z</dcterms:modified>
  <cp:category/>
</cp:coreProperties>
</file>